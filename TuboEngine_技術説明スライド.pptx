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TuboEngine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プログラム説明資料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DirectX 12 / C++17 / HLSL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60320" cy="347472"/>
          </a:xfrm>
          <a:prstGeom prst="rect">
            <a:avLst/>
          </a:prstGeom>
          <a:solidFill>
            <a:srgbClr val="1F293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DirectX 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560320" cy="347472"/>
          </a:xfrm>
          <a:prstGeom prst="rect">
            <a:avLst/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2560320" cy="347472"/>
          </a:xfrm>
          <a:prstGeom prst="rect">
            <a:avLst/>
          </a:prstGeom>
          <a:solidFill>
            <a:srgbClr val="1F2937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HLSL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2560320" cy="347472"/>
          </a:xfrm>
          <a:prstGeom prst="rect">
            <a:avLst/>
          </a:prstGeom>
          <a:solidFill>
            <a:srgbClr val="1F2937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assimp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2560320" cy="347472"/>
          </a:xfrm>
          <a:prstGeom prst="rect">
            <a:avLst/>
          </a:prstGeom>
          <a:solidFill>
            <a:srgbClr val="1F293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Dear ImGui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制作期間：2025年3月 〜 2026年5月（約14ヶ月）  /  Tsuboki Hayato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技術説明の構成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各トピックをこの流れで説明します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87552" y="1234440"/>
            <a:ext cx="0" cy="7132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704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実現したかったこと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15087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このゲームで直面した具体的な要件・制約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1148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87552" y="2468880"/>
            <a:ext cx="0" cy="713232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40487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比較検討した手法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他のアプローチとその限界（Gap）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1148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87552" y="3703320"/>
            <a:ext cx="0" cy="71323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63931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技術選定の理由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39776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なぜこの手法を選んだか（必然性）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41148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22392" y="1234440"/>
            <a:ext cx="0" cy="71323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1704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実装とコード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77840" y="15087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意図が伝わる最小限のコード断片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41148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22392" y="2468880"/>
            <a:ext cx="0" cy="7132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40487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定量的な結果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577840" y="27432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の数値、計測条件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566160"/>
            <a:ext cx="41148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422392" y="3703320"/>
            <a:ext cx="0" cy="713232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63931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トレードオフ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397764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何を得て何を捨てたか（成熟度の証明）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ホーミング弾の「距離依存ターンアシスト」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PlayerCircusBullet.cpp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93192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実現したかったこと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335024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カウンター弾は視覚的に派手な曲線軌道を描きつつ、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爽快感の核心なので「外れる不安」を与えてはいけない。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見た目と確実性を両立する軌道設計が必要だった。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3931920" cy="1508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468880"/>
            <a:ext cx="54864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比較検討した手法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688336"/>
          <a:ext cx="3703320" cy="1152144"/>
        </p:xfrm>
        <a:graphic>
          <a:graphicData uri="http://schemas.openxmlformats.org/drawingml/2006/table">
            <a:tbl>
              <a:tblPr/>
              <a:tblGrid>
                <a:gridCol w="320040"/>
                <a:gridCol w="1097280"/>
                <a:gridCol w="2286000"/>
              </a:tblGrid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案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直進弾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見た目が地味で演出にならない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単純ホーミング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遠距離でも不自然に曲がる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サイン波のみ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近距離で外れることがある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304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D★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サイン波＋アシスト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遠距離は派手・近距離は確実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389120" y="1078992"/>
            <a:ext cx="548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8848" y="1078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実装（実コード抜粋）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89120" y="1298448"/>
            <a:ext cx="4462272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98848" y="1362456"/>
            <a:ext cx="424281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PlayerCircusBullet.cpp  ※近距離補正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(distanceToTarget &lt; 6.0f)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t = distanceToTarget / 6.0f;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↑ 0→1（ターゲット近づくにつれ0へ）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playerChaosAmp  *= t;      // カオス振幅をフェードアウト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playerTurnSpeed *= (2.0f - t); // ターン速度を最大 2x 強化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389120" y="2834640"/>
            <a:ext cx="214884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62272" y="2871216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2.2×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462272" y="3337560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ターン速度ブースト上限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56832" y="2834640"/>
            <a:ext cx="214884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29984" y="2871216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729984" y="3337560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カオス振幅の抑制率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89120" y="3858768"/>
            <a:ext cx="214884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462272" y="3895344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6u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462272" y="4361688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距離切り替え閾値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656832" y="3858768"/>
            <a:ext cx="214884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729984" y="3895344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0.4s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729984" y="4361688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フェーズ1（減速）期間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4023360"/>
            <a:ext cx="393192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84048" y="4059936"/>
            <a:ext cx="54864" cy="20116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トレードオフ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84048" y="425196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プレイヤー弾は敵弾より意図的に「当たりやすく」設計（非対称バランス）。リアリズムより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ゲームフィールを優先。難易度はパラメータ化してあるため将来の調整が容易。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ジャストエヴェイジョン — 入力ウィンドウ設計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PlayerEvasion.cpp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実現したかったこと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8284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格闘ゲームのジャストガードと同様の「ギリギリ感」を出しつつ、カジュアルユーザーにも成功体験を与えたい。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かつ、フレームレートが変動しても判定がブレない実装が必要だった。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384048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039112"/>
            <a:ext cx="54864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039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比較検討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267712"/>
          <a:ext cx="3621024" cy="1005840"/>
        </p:xfrm>
        <a:graphic>
          <a:graphicData uri="http://schemas.openxmlformats.org/drawingml/2006/table">
            <a:tbl>
              <a:tblPr/>
              <a:tblGrid>
                <a:gridCol w="320040"/>
                <a:gridCol w="1280160"/>
                <a:gridCol w="2020824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案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9FA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弾との距離判定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弾速変化のたびに閾値再調整が必要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9FA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フレーム数カウント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60fps固定前提、非依存にならない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C★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秒数ウィンドウ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フレームレート非依存・調整しやすい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297680" y="2039112"/>
            <a:ext cx="548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7408" y="2039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実装（実コード抜粋）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97680" y="2267712"/>
            <a:ext cx="457200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07408" y="2331720"/>
            <a:ext cx="435254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PlayerEvasion.cpp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PlayerEvasion::CheckJustEvasion()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(isDodging_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justEvasionTimer_ &lt;= justEvasionWindow_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!hasJustEvaded_)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hasJustEvaded_ = true;  // 1回限り発火を保証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            // ジャスト成立!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3493008"/>
            <a:ext cx="210312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47472" y="352958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3.0s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47472" y="399592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ジャスト受付ウィンドウ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487168" y="3493008"/>
            <a:ext cx="210312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560320" y="352958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560320" y="399592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回避継続時間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00016" y="3493008"/>
            <a:ext cx="210312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73168" y="352958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773168" y="399592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回避クールダウン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12864" y="3493008"/>
            <a:ext cx="1591056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986016" y="352958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1回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986016" y="39959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発火の保証（フラグ管理）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84048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「何フレーム」でなく「何秒」で管理することで、デザイナーが直感的にパラメータを触れる設計にした。　トレードオフ：ウィンドウを広め（3.0s）に取ることで初心者にも成功体験を与えやすいが、上級者には物足りなく感じる可能性あり。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DirectX 12 SRV デスクリプタヒープ — 線形アロケーション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SrvManager.cpp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実現したかったこと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8284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DirectX 12 では SRV（テクスチャ・構造化バッファ等）を自前のデスクリプタヒープで管理する必要がある。このゲームは起動時に全アセットをロードし、ゲーム中の動的ロード/アンロードは行わない。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2816352" cy="15727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281635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659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フリーリスト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32257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動的ロードに対応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706624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実装複雑・断片化リスク・このゲームには過剰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27832" y="1874520"/>
            <a:ext cx="2816352" cy="15727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874520"/>
            <a:ext cx="281635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9659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プールアロケーター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32257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断片化を抑制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706624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実装コスト同様に高い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1344" y="1874520"/>
            <a:ext cx="2816352" cy="1572768"/>
          </a:xfrm>
          <a:prstGeom prst="rect">
            <a:avLst/>
          </a:prstGeom>
          <a:solidFill>
            <a:srgbClr val="0F2A1A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1874520"/>
            <a:ext cx="281635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9659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C★ 線形アロケーション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232257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O(1)確保・実装シンプル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91072" y="2706624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解放不可（起動時ロードのみなら問題なし）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548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実装（実コード抜粋）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767328"/>
            <a:ext cx="41148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" y="3831336"/>
            <a:ext cx="38953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SrvManager.cpp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SrvManager::Allocate()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index = useIndex;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useIndex++;        // インクリメントのみ → O(1)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index;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解放処理なし（起動時ロード専用のため不要）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98848" y="3767328"/>
            <a:ext cx="219456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3803904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1024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0" y="427024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 SRV スロット数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21424" y="3767328"/>
            <a:ext cx="2048256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94576" y="380390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O(1)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94576" y="427024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確保コスト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919472"/>
            <a:ext cx="8595360" cy="128016"/>
          </a:xfrm>
          <a:prstGeom prst="rect">
            <a:avLst/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ビヘイビアツリー × パーティクルファクトリ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BehaviorTree.h  /  ParticleManager.cpp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3886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ビヘイビアツリー（自作）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要件：複数敵が共通の行動パターンを持ちつつ、種類ごとに攻撃内容を変えたい。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は状態数が増えると遷移条件が爆発するため、BT を自作した。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82496" y="199339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全子が成功なら Success（AND）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54864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633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82496" y="26334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最初の成功で打ち切り（OR）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273552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735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82496" y="327355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boolラムダ → 即時評価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913632"/>
            <a:ext cx="54864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913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82496" y="39136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処理ラムダ、Running状態で複数フレーム対応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913632"/>
            <a:ext cx="123444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950208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416552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敵の視野角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91640" y="3913632"/>
            <a:ext cx="123444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64792" y="3950208"/>
            <a:ext cx="108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64792" y="4416552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視野距離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99232" y="3913632"/>
            <a:ext cx="1261872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72384" y="395020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0.5u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072384" y="441655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レイサンプリング間隔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051560"/>
            <a:ext cx="4160520" cy="3886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1097280"/>
            <a:ext cx="548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パーティクルファクトリレジストリ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73168" y="131673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要件：エフェクト種類を増やすたびに ParticleManager を修正したくない。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文字列キーによるファクトリ登録で Open/Closed の原則を満たした。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1993392"/>
            <a:ext cx="393192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82896" y="2057400"/>
            <a:ext cx="37124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登録（一度だけ）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emitterFactories_["Ring"] =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[]() { return std::make_unique&lt;RingEmitter&gt;(); };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生成（文字列キーのみでOK）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emitter = emitterFactories_[typeName]();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3337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RingEmitter    — 回避ダッシュ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OrbitTrailEmitter — 弾丸軌跡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AuraEmitter    — ボスオーラ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4160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ExplosionEmitter — 爆発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73168" y="4434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FireworkEmitter — ボス撃破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73168" y="3913632"/>
            <a:ext cx="1828800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395020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846320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最大インスタンス数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11696" y="3913632"/>
            <a:ext cx="1993392" cy="914400"/>
          </a:xfrm>
          <a:prstGeom prst="rect">
            <a:avLst/>
          </a:prstGeom>
          <a:solidFill>
            <a:srgbClr val="1F2937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784848" y="39502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784848" y="441655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アンドゥ履歴深度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シーン遷移アニメーション — アルゴリズムによる有機的な演出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SceneChangeAnimation.cpp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54864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実現したかったこと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8284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ブロックが崩れていくような遷移演出を実装したい。全ブロック一斉だと機械的、完全ランダムだと「波」の流れが失われる。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548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設計のポイント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04825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「左上→右下への対角線方向の波」を基本としつつ、乱数でバラつきを加える。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さらに後半ブロックでは乱数の影響を小さくして「波のまとまり」が崩れないようにした。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4297680" cy="175564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862072"/>
            <a:ext cx="40782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SceneChangeAnimation.cpp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progress = (x + y) / maxIndexSum;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↑ 左上=0、右下=1 の対角線進行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randomOffset =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(rng % 1000) / 1000.0f * kDelayRandomJitterMax;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後半ほどジッタの影響を小さくする重み付き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block.delay = duration * kDelayDurationRatio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(progress + randomOffset * (1.0f - progress));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4114800" cy="272491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64608" y="1874520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874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定量データ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64608" y="2121408"/>
            <a:ext cx="3877056" cy="603504"/>
          </a:xfrm>
          <a:prstGeom prst="rect">
            <a:avLst/>
          </a:prstGeom>
          <a:solidFill>
            <a:srgbClr val="374151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2176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44768" y="21762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フェード割合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44768" y="24505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全体時間の30%でフェード完了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64608" y="2871216"/>
            <a:ext cx="3877056" cy="603504"/>
          </a:xfrm>
          <a:prstGeom prst="rect">
            <a:avLst/>
          </a:prstGeom>
          <a:solidFill>
            <a:srgbClr val="374151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70 %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44768" y="29260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ディレイ展開割合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44768" y="32004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70%の時間でブロックが時差展開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64608" y="3621024"/>
            <a:ext cx="3877056" cy="603504"/>
          </a:xfrm>
          <a:prstGeom prst="rect">
            <a:avLst/>
          </a:prstGeom>
          <a:solidFill>
            <a:srgbClr val="374151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3675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0.15s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44768" y="3675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最大ランダムジッタ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44768" y="395020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後半ブロックで自動縮小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636008"/>
            <a:ext cx="85953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4700016"/>
            <a:ext cx="8284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トレードオフ：アルゴリズム生成のため、手付けキーフレームに比べ特定タイミングへの細かい演出制御は難しい。　しかしパラメータ（比率・ジッタ量）を変えるだけで雰囲気を調整でき、反復改善には向いている。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 — 技術選定で一貫した判断軸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各技術は「何を使ったか」より「なぜそれを選んだか」を軸に説明した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20624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ホーミング弾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63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ターンアシスト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15636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視覚×確実性の両立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837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要件に対して十分な解を選ぶ / 汎用性よりシンプルさ / 定量的に検証する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206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ジャストエヴェイジョン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63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秒数ウィンドウ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0" y="15636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fps非依存・調整容易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837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要件に対して十分な解を選ぶ / 汎用性よりシンプルさ / 定量的に検証する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4206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31720"/>
            <a:ext cx="4206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441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 線形アロケーション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O(1)確保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27523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要件に十分な最小解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026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要件に対して十分な解を選ぶ / 汎用性よりシンプルさ / 定量的に検証する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206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420624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41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ビヘイビアツリー自作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752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関数合成180行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7523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ライブラリ不要の規模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026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要件に対して十分な解を選ぶ / 汎用性よりシンプルさ / 定量的に検証する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520440"/>
            <a:ext cx="4206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20440"/>
            <a:ext cx="42062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パーティクルファクトリ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941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文字列キー登録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86000" y="39410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開放/閉鎖の原則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215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要件に対して十分な解を選ぶ / 汎用性よりシンプルさ / 定量的に検証する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520440"/>
            <a:ext cx="4206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520440"/>
            <a:ext cx="420624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シーン遷移アニメ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941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対角線ディレイ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66560" y="39410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アルゴリズムで有機的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4215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要件に対して十分な解を選ぶ / 汎用性よりシンプルさ / 定量的に検証する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Tsuboki Hayato  /  TuboEngine  /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TuboEngine プログラム説明資料</dc:title>
  <dc:subject>PptxGenJS Presentation</dc:subject>
  <dc:creator>Tsuboki Hayato</dc:creator>
  <cp:lastModifiedBy>Tsuboki Hayato</cp:lastModifiedBy>
  <cp:revision>1</cp:revision>
  <dcterms:created xsi:type="dcterms:W3CDTF">2026-06-08T02:31:12Z</dcterms:created>
  <dcterms:modified xsi:type="dcterms:W3CDTF">2026-06-08T02:31:12Z</dcterms:modified>
</cp:coreProperties>
</file>